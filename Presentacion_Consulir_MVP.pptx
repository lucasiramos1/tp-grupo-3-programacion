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df0c827fca49f6" /><Relationship Type="http://schemas.openxmlformats.org/officeDocument/2006/relationships/extended-properties" Target="/docProps/app.xml" Id="Racec428415494816" /><Relationship Type="http://schemas.openxmlformats.org/officeDocument/2006/relationships/officeDocument" Target="/ppt/presentation.xml" Id="R1b87cbe9391546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f4a7ac89134e8e"/>
  </p:sldMasterIdLst>
  <p:notesMasterIdLst>
    <p:notesMasterId xmlns:r="http://schemas.openxmlformats.org/officeDocument/2006/relationships" r:id="R7449d0abacbe4285"/>
  </p:notesMasterIdLst>
  <p:sldIdLst>
    <p:sldId xmlns:r="http://schemas.openxmlformats.org/officeDocument/2006/relationships" id="256" r:id="R4b240831e98d4297"/>
    <p:sldId xmlns:r="http://schemas.openxmlformats.org/officeDocument/2006/relationships" id="257" r:id="R8e561d8a9d1a4b00"/>
    <p:sldId xmlns:r="http://schemas.openxmlformats.org/officeDocument/2006/relationships" id="258" r:id="R54e5d58ffe3441b4"/>
    <p:sldId xmlns:r="http://schemas.openxmlformats.org/officeDocument/2006/relationships" id="259" r:id="Rf685d3714a9e4ea2"/>
    <p:sldId xmlns:r="http://schemas.openxmlformats.org/officeDocument/2006/relationships" id="260" r:id="Recf2cc57d5ba48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45567848274c23" /><Relationship Type="http://schemas.openxmlformats.org/officeDocument/2006/relationships/slideMaster" Target="/ppt/slideMasters/slideMaster1.xml" Id="R29f4a7ac89134e8e" /><Relationship Type="http://schemas.openxmlformats.org/officeDocument/2006/relationships/notesMaster" Target="/ppt/notesMasters/notesMaster1.xml" Id="R7449d0abacbe4285" /><Relationship Type="http://schemas.openxmlformats.org/officeDocument/2006/relationships/presProps" Target="/ppt/presProps.xml" Id="R18ebf6d5ead94566" /><Relationship Type="http://schemas.openxmlformats.org/officeDocument/2006/relationships/tableStyles" Target="/ppt/tableStyles.xml" Id="Rc1e28cc0b9d14298" /><Relationship Type="http://schemas.openxmlformats.org/officeDocument/2006/relationships/slide" Target="/ppt/slides/slide1.xml" Id="R4b240831e98d4297" /><Relationship Type="http://schemas.openxmlformats.org/officeDocument/2006/relationships/slide" Target="/ppt/slides/slide2.xml" Id="R8e561d8a9d1a4b00" /><Relationship Type="http://schemas.openxmlformats.org/officeDocument/2006/relationships/slide" Target="/ppt/slides/slide3.xml" Id="R54e5d58ffe3441b4" /><Relationship Type="http://schemas.openxmlformats.org/officeDocument/2006/relationships/slide" Target="/ppt/slides/slide4.xml" Id="Rf685d3714a9e4ea2" /><Relationship Type="http://schemas.openxmlformats.org/officeDocument/2006/relationships/slide" Target="/ppt/slides/slide5.xml" Id="Recf2cc57d5ba48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ce7fe750c74e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acc619b38c4f29" /><Relationship Type="http://schemas.openxmlformats.org/officeDocument/2006/relationships/notesMaster" Target="/ppt/notesMasters/notesMaster1.xml" Id="R81e340e84b324e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edc3e315041b4" /><Relationship Type="http://schemas.openxmlformats.org/officeDocument/2006/relationships/notesMaster" Target="/ppt/notesMasters/notesMaster1.xml" Id="R4e56f38271934a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4bbb08cc0b4923" /><Relationship Type="http://schemas.openxmlformats.org/officeDocument/2006/relationships/notesMaster" Target="/ppt/notesMasters/notesMaster1.xml" Id="Rc2e68f222ea941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17807db4104396" /><Relationship Type="http://schemas.openxmlformats.org/officeDocument/2006/relationships/notesMaster" Target="/ppt/notesMasters/notesMaster1.xml" Id="R7d16e99e27f046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f8902aa1614005" /><Relationship Type="http://schemas.openxmlformats.org/officeDocument/2006/relationships/notesMaster" Target="/ppt/notesMasters/notesMaster1.xml" Id="Re874ca76f59549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b14cf10c64d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3caa33a4384c94" /><Relationship Type="http://schemas.openxmlformats.org/officeDocument/2006/relationships/slideLayout" Target="/ppt/slideLayouts/slideLayout1.xml" Id="R1544712f8dc84f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44712f8dc84f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7edb79c834cfd" /><Relationship Type="http://schemas.openxmlformats.org/officeDocument/2006/relationships/notesSlide" Target="/ppt/notesSlides/notesSlide1.xml" Id="Rc8c1ea4b6ecd48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1f3f8106746e3" /><Relationship Type="http://schemas.openxmlformats.org/officeDocument/2006/relationships/notesSlide" Target="/ppt/notesSlides/notesSlide2.xml" Id="R76d62aa8d12147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0ae2d474e45a1" /><Relationship Type="http://schemas.openxmlformats.org/officeDocument/2006/relationships/notesSlide" Target="/ppt/notesSlides/notesSlide3.xml" Id="R1408d66c1ee447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340745f884478" /><Relationship Type="http://schemas.openxmlformats.org/officeDocument/2006/relationships/notesSlide" Target="/ppt/notesSlides/notesSlide4.xml" Id="R3f68dc90b75741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8f38c90984ca2" /><Relationship Type="http://schemas.openxmlformats.org/officeDocument/2006/relationships/notesSlide" Target="/ppt/notesSlides/notesSlide5.xml" Id="R0ebba3bdb0044c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AB523-F0DD-4B62-97A1-93D3FF4D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INFORME PARA LA CÁTEDRA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13BF0-10EA-42E7-BC0E-4F557C05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01A00-B16E-41DA-B4CA-FA9AB253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47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Consulir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94614-7B99-4665-9A86-863FF9FE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581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Estado actual del MVP</a:t>
            </a:r>
          </a:p>
          <a:p xmlns:a="http://schemas.openxmlformats.org/drawingml/2006/main">
            <a:pPr algn="l">
              <a:defRPr sz="22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y alcance del próximo sprint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CA547-D15F-4121-9460-90923B2E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Aplicación web de finanzas personales</a:t>
            </a:r>
          </a:p>
        </p:txBody>
      </p:sp>
    </p:spTree>
    <p:extLst>
      <p:ext uri="{BB962C8B-B14F-4D97-AF65-F5344CB8AC3E}">
        <p14:creationId xmlns:p14="http://schemas.microsoft.com/office/powerpoint/2010/main" val="1120741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17454-FBD0-4E50-8B61-9E46AD22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Objetivo de la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FD961-FF96-45A2-961E-44393659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22720-96D7-4A38-81CE-629A1742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76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Consulir es una aplicación web de finanzas personales orientada a que los usuarios gestionen ingresos, egresos y resultados mensuales.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6BDEB-B9B8-4999-BFFC-3FFBCFDA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MVP de finanzas personales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E563E-D959-4443-9BFD-70C11AB8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TP-GRUPO-3-PROGRAMACION  |  02</a:t>
            </a:r>
          </a:p>
        </p:txBody>
      </p:sp>
    </p:spTree>
    <p:extLst>
      <p:ext uri="{BB962C8B-B14F-4D97-AF65-F5344CB8AC3E}">
        <p14:creationId xmlns:p14="http://schemas.microsoft.com/office/powerpoint/2010/main" val="1791554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247BC-9750-4A0F-BBD4-F082A037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Funcionalidades implementadas hasta el momento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283EC-16CF-422E-8E4C-50C0850E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2D266-FBD9-437B-8BB4-A2B62B3A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CB43F-8A32-4836-A138-943186D1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Landing page con información institucional, navegación y estadísticas simuladas.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79452-F951-4C30-B85C-59CC7BE8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09B45-3B28-450B-9F69-BFAD4B5C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Pantallas de inicio de sesión y registro de usuarios.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BC86E-B4DF-4AEA-B360-A0E89CBB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A7C7D-9E6C-4CC9-A0D4-D4B0FBAF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Validaciones básicas en formularios, mensajes de error y estado de carga.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3957B-4591-448C-BD65-2B2ABD87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F285E-9012-4750-BA29-DB11EA55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526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Elementos iniciales de accesibilidad en autenticación: etiquetas asociadas a campos, atributos ARIA y controles navegables por teclado.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55564-87E0-4390-98B8-415AB75C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051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4ADBC-B7F8-48B6-AD43-5DC2AD63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051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Estructura modular del proyecto con componentes, páginas, rutas y servicios.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BD0AC-A30B-43C1-A148-4684C0E3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577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B21D3-FF15-4012-973D-4795B500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577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Dashboard y rutas protegidas definidos como base, aunque todavía son temporales y sin autenticación real.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FA311-AD17-4DD4-9357-9FA0761B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TP-GRUPO-3-PROGRAMACION  |  03</a:t>
            </a:r>
          </a:p>
        </p:txBody>
      </p:sp>
    </p:spTree>
    <p:extLst>
      <p:ext uri="{BB962C8B-B14F-4D97-AF65-F5344CB8AC3E}">
        <p14:creationId xmlns:p14="http://schemas.microsoft.com/office/powerpoint/2010/main" val="910842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01008-644F-42BA-A08C-E60F4E3F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Funcionalidades a abarcar</a:t>
            </a:r>
          </a:p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en el próximo sprint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79CD7-816D-4DCD-A690-F3D56B7E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18EAA-AE28-4C4C-A8C2-45CC6741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E1C4B-2FB8-42EA-B967-166E838B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Crear el formulario de registro de ingresos.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BDBA9-3D94-4D36-A944-6E28F4E3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84981-8239-4C0E-9FD8-92812A55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Incorporar campos de monto, fecha y concepto o descripción.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D231C-C74C-438D-B91E-ACBABD0F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058A8-4BC2-430A-A8CF-EA84EB64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Agregar un botón para guardar el ingreso y la lógica de validación correspondiente.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ED09A-9F39-4965-B349-0BA77C7A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CFE5A-C2D8-4CC9-A11F-B21183F4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526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Asegurar accesibilidad completa en este formulario: etiquetas visibles/asociadas, foco perceptible y navegación mediante teclado.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2111C-C7D9-4D9A-9928-8F92ABAB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051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D31C6-3653-4147-AA7C-31138799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051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Mostrar los ingresos registrados en el dashboard.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0DAA1-AE2E-45AA-A509-B0F0B382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577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6527F-B496-4780-B04D-99E658D7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577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Avanzar en la integración con backend para persistir usuarios y movimientos financieros.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D4513-F1ED-4577-A2B6-D0083F9D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TP-GRUPO-3-PROGRAMACION  |  04</a:t>
            </a:r>
          </a:p>
        </p:txBody>
      </p:sp>
    </p:spTree>
    <p:extLst>
      <p:ext uri="{BB962C8B-B14F-4D97-AF65-F5344CB8AC3E}">
        <p14:creationId xmlns:p14="http://schemas.microsoft.com/office/powerpoint/2010/main" val="492531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A2017-06C7-4757-A159-95F75898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PRÓXIMO HITO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6F171-9D4A-472E-BC55-972A305C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881C4-E92F-4BF7-85C5-3B6BB839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Del acceso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al movimiento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3A269-2203-4618-9AED-50A6813C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657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La siguiente entrega transforma la base actual</a:t>
            </a:r>
          </a:p>
          <a:p xmlns:a="http://schemas.openxmlformats.org/drawingml/2006/main">
            <a:pPr algn="l">
              <a:defRPr sz="22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en gestión financiera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5A046-731B-4D36-A32B-7B8FC295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TP-GRUPO-3-PROGRAMACION  |  05</a:t>
            </a:r>
          </a:p>
        </p:txBody>
      </p:sp>
    </p:spTree>
    <p:extLst>
      <p:ext uri="{BB962C8B-B14F-4D97-AF65-F5344CB8AC3E}">
        <p14:creationId xmlns:p14="http://schemas.microsoft.com/office/powerpoint/2010/main" val="642004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2026-08-28T14:54:12.3950000Z</dcterms:created>
  <dcterms:modified xsi:type="dcterms:W3CDTF">2026-08-28T14:54:12.3950000Z</dcterms:modified>
</coreProperties>
</file>